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2"/>
  </p:notesMasterIdLst>
  <p:sldIdLst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254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076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">
  <p:cSld name="Title Slide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/>
          <p:nvPr/>
        </p:nvSpPr>
        <p:spPr>
          <a:xfrm>
            <a:off x="0" y="0"/>
            <a:ext cx="6072188" cy="257175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/>
          <p:nvPr/>
        </p:nvSpPr>
        <p:spPr>
          <a:xfrm>
            <a:off x="0" y="2571750"/>
            <a:ext cx="6072188" cy="85725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6072187" y="0"/>
            <a:ext cx="3071813" cy="257175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"/>
          <p:cNvSpPr txBox="1">
            <a:spLocks noGrp="1"/>
          </p:cNvSpPr>
          <p:nvPr>
            <p:ph type="ctrTitle"/>
          </p:nvPr>
        </p:nvSpPr>
        <p:spPr>
          <a:xfrm>
            <a:off x="332184" y="321469"/>
            <a:ext cx="5563791" cy="182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eorgia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ubTitle" idx="1"/>
          </p:nvPr>
        </p:nvSpPr>
        <p:spPr>
          <a:xfrm>
            <a:off x="332186" y="2811780"/>
            <a:ext cx="4105275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8854" y="3998214"/>
            <a:ext cx="1227582" cy="10133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198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"/>
          <p:cNvSpPr txBox="1">
            <a:spLocks noGrp="1"/>
          </p:cNvSpPr>
          <p:nvPr>
            <p:ph type="ctrTitle"/>
          </p:nvPr>
        </p:nvSpPr>
        <p:spPr>
          <a:xfrm>
            <a:off x="332184" y="321469"/>
            <a:ext cx="5563791" cy="182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r>
              <a:rPr lang="en-US" dirty="0"/>
              <a:t>Portfolio App</a:t>
            </a:r>
          </a:p>
        </p:txBody>
      </p:sp>
      <p:sp>
        <p:nvSpPr>
          <p:cNvPr id="478" name="Google Shape;478;p1"/>
          <p:cNvSpPr txBox="1">
            <a:spLocks noGrp="1"/>
          </p:cNvSpPr>
          <p:nvPr>
            <p:ph type="subTitle" idx="1"/>
          </p:nvPr>
        </p:nvSpPr>
        <p:spPr>
          <a:xfrm>
            <a:off x="332186" y="2811780"/>
            <a:ext cx="4105275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Presentation by </a:t>
            </a:r>
            <a:r>
              <a:rPr lang="en-US" b="1" dirty="0"/>
              <a:t>Ayush Satpathy </a:t>
            </a:r>
            <a:r>
              <a:rPr lang="en-US" dirty="0"/>
              <a:t>for</a:t>
            </a:r>
            <a:r>
              <a:rPr lang="en-US" b="1" dirty="0"/>
              <a:t> Mobile Application Development Training</a:t>
            </a:r>
            <a:endParaRPr lang="en-US" dirty="0"/>
          </a:p>
        </p:txBody>
      </p:sp>
    </p:spTree>
    <p:custDataLst>
      <p:custData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347472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2062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54864" cy="9692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Build a Complete Portfolio App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Create a full-featured personal portfolio mobile application using React Native that digitises a resume into an interactive Android experience.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77440"/>
            <a:ext cx="54864" cy="9692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450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Master React Native Fundamentals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272491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Apply core concepts: components, props, hooks (useState, useEffect), StyleSheet, Flexbox, navigation, and list-based rendering.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3456432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456432"/>
            <a:ext cx="54864" cy="9692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5295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Implement Full CRUD Operations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380390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Enable Create, Read, Update, and Delete across 5 data sections — Profile, Skills, Experience, Achievements, and Projects.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1298448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298448"/>
            <a:ext cx="54864" cy="9692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1371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Persist Data with AsyncStorage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94960" y="164592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Ensure all user edits survive app restarts using AsyncStorage — fulfilling the optional enhancement from the assignment spec.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2377440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377440"/>
            <a:ext cx="54864" cy="9692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94960" y="2450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Demonstrate Component-Based Design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272491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Build 12+ reusable components with props-driven data flow, mirroring real-world production React Native patterns.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456432"/>
            <a:ext cx="54864" cy="9692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35295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Deliver a Presentable Product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94960" y="380390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Produce a polished, demo-ready app with consistent UI theme, smooth animations, and intuitive navigation between all screens.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347472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2062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252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Personal Portfolio Mobile App built with React Native — interactive, fully editable, and persistent.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920240" cy="2852928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 w="254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682496"/>
            <a:ext cx="1773936" cy="2578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3D3D"/>
                </a:solidFill>
              </a:rPr>
              <a:t>Login Screen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663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Email + Password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Validation + Spinner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468880" y="1572768"/>
            <a:ext cx="1920240" cy="2852928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 w="254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682496"/>
            <a:ext cx="1773936" cy="2578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3D3D"/>
                </a:solidFill>
              </a:rPr>
              <a:t>Home Screen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468880" y="4663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Profile · Skills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Experience · CRUD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617720" y="1572768"/>
            <a:ext cx="1920240" cy="2852928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 w="254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682496"/>
            <a:ext cx="1773936" cy="2578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772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3D3D"/>
                </a:solidFill>
              </a:rPr>
              <a:t>Navigation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617720" y="4663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Slide-in Nav Drawer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Home · Projects · Logout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6766560" y="1572768"/>
            <a:ext cx="1920240" cy="2852928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 w="254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1682496"/>
            <a:ext cx="1773936" cy="2578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3D3D"/>
                </a:solidFill>
              </a:rPr>
              <a:t>Projects Screen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6766560" y="4663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3 Categories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Full CRUD per Project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347472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2062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82894"/>
            <a:ext cx="9144000" cy="260605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2011680" cy="658368"/>
          </a:xfrm>
          <a:prstGeom prst="rect">
            <a:avLst/>
          </a:prstGeom>
          <a:solidFill>
            <a:srgbClr val="3D3D3D"/>
          </a:solidFill>
          <a:ln w="19050">
            <a:solidFill>
              <a:srgbClr val="3D3D3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533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index.js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</a:rPr>
              <a:t>AppRegistry.registerComponent()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05456" y="1682496"/>
            <a:ext cx="731520" cy="0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1600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353312"/>
            <a:ext cx="2286000" cy="658368"/>
          </a:xfrm>
          <a:prstGeom prst="rect">
            <a:avLst/>
          </a:prstGeom>
          <a:solidFill>
            <a:srgbClr val="E3500A"/>
          </a:solidFill>
          <a:ln w="19050">
            <a:solidFill>
              <a:srgbClr val="E350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1353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App.tsx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D0B0"/>
                </a:solidFill>
              </a:rPr>
              <a:t>NavigationContainer · Stack.Navigator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453128" y="2029968"/>
            <a:ext cx="0" cy="384048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3774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578608"/>
            <a:ext cx="2377440" cy="658368"/>
          </a:xfrm>
          <a:prstGeom prst="rect">
            <a:avLst/>
          </a:prstGeom>
          <a:solidFill>
            <a:srgbClr val="2E5FA3"/>
          </a:solidFill>
          <a:ln w="19050">
            <a:solidFill>
              <a:srgbClr val="2E5FA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Login.js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2962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name="Login"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01568" y="2578608"/>
            <a:ext cx="2377440" cy="658368"/>
          </a:xfrm>
          <a:prstGeom prst="rect">
            <a:avLst/>
          </a:prstGeom>
          <a:solidFill>
            <a:srgbClr val="E3500A"/>
          </a:solidFill>
          <a:ln w="19050">
            <a:solidFill>
              <a:srgbClr val="E350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01568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HomeScreen.js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01568" y="2962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name="Home"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09360" y="2578608"/>
            <a:ext cx="2377440" cy="658368"/>
          </a:xfrm>
          <a:prstGeom prst="rect">
            <a:avLst/>
          </a:prstGeom>
          <a:solidFill>
            <a:srgbClr val="2E7D52"/>
          </a:solidFill>
          <a:ln w="19050">
            <a:solidFill>
              <a:srgbClr val="2E7D5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ProjectDetails.js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2962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name="Project"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91640" y="2578608"/>
            <a:ext cx="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9344" y="2420112"/>
            <a:ext cx="276148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578608"/>
            <a:ext cx="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6368" y="2578608"/>
            <a:ext cx="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414016"/>
            <a:ext cx="289864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E5FA3"/>
                </a:solidFill>
              </a:rPr>
              <a:t>navigation.replace('Home')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401568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E3500A"/>
                </a:solidFill>
              </a:rPr>
              <a:t>navigate('Project') / replace('Login')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30936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E7D52"/>
                </a:solidFill>
              </a:rPr>
              <a:t>navigate('Home') / replace('Login')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11480" y="3639312"/>
            <a:ext cx="8321040" cy="512064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9417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File Structure:  </a:t>
            </a:r>
            <a:r>
              <a:rPr lang="en-US" sz="950" dirty="0">
                <a:solidFill>
                  <a:srgbClr val="666666"/>
                </a:solidFill>
              </a:rPr>
              <a:t>src/Screen/Login.js  ·  src/Screen/Home.js  ·  src/Screen/ProjectDetails.js  ·  App.tsx  ·  index.js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347472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2062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4069080" cy="32918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HomeScreen.js  ·  7 Components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82496"/>
            <a:ext cx="4069080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82496"/>
            <a:ext cx="45720" cy="38404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190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SideNavBar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18836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navigation, activeScreen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0" y="17556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Animated spring slide-in nav drawer with Logout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103120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03120"/>
            <a:ext cx="45720" cy="38404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1396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EditBtn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3042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onPress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28800" y="217627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Reusable ✏️ pencil button used in hero + cards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523744"/>
            <a:ext cx="4069080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23744"/>
            <a:ext cx="45720" cy="38404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560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SkillTag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27249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label, dotColor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59689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Coloured skill pill with dot indicator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944368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944368"/>
            <a:ext cx="45720" cy="38404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809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ExpItem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" y="314553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initial, role, company…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28800" y="30175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One experience row with logo initial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364992"/>
            <a:ext cx="4069080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364992"/>
            <a:ext cx="45720" cy="38404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4015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AchItem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" y="356616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title, subtitle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28800" y="343814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One achievement entry with dot bullet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3785616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785616"/>
            <a:ext cx="45720" cy="38404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822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Card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" y="39867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iconBg, title, children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28800" y="38587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Generic card wrapper — used 3 times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" y="4206240"/>
            <a:ext cx="4069080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206240"/>
            <a:ext cx="45720" cy="38404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2428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Modals ×4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" y="44074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visible, draft, onSave…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28800" y="427939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Profile · Skills · Experience · Achievements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1261872"/>
            <a:ext cx="4069080" cy="3291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126187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ProjectDetails.js  ·  6 Components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1682496"/>
            <a:ext cx="4069080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1682496"/>
            <a:ext cx="4572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17190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SideNavBar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91456" y="188366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navigation, activeScreen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54496" y="175564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Same pattern — consistent UX across screens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2103120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2103120"/>
            <a:ext cx="4572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2139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TechTag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91456" y="23042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label, bg, color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54496" y="217627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Coloured tech pill inside project cards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2523744"/>
            <a:ext cx="4069080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2523744"/>
            <a:ext cx="4572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2560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Bullet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91456" y="27249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text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54496" y="2596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Single highlight bullet row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2944368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2944368"/>
            <a:ext cx="4572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91456" y="29809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ProjectCardItem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91456" y="314553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project, category, onEdit…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254496" y="301752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Expandable card with ✏️ edit + 🗑️ delete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3364992"/>
            <a:ext cx="4069080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63440" y="3364992"/>
            <a:ext cx="4572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91456" y="34015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CategorySection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791456" y="35661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category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54496" y="343814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Category header + project cards group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3785616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63440" y="3785616"/>
            <a:ext cx="4572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91456" y="3822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ProjectEditModal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791456" y="39867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</a:rPr>
              <a:t>visible, draft, onSave…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54496" y="385876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Slide-up bottom sheet for Add / Edit project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347472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2062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1572768" cy="31089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261872"/>
            <a:ext cx="1115568" cy="31089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2618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CREATE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932688" cy="31089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6187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1261872"/>
            <a:ext cx="932688" cy="31089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6187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UPDATE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57800" y="1261872"/>
            <a:ext cx="1005840" cy="31089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2618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27648" y="1261872"/>
            <a:ext cx="2395728" cy="31089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26187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1627632"/>
            <a:ext cx="157276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1627632"/>
            <a:ext cx="111556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627632"/>
            <a:ext cx="9326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1627632"/>
            <a:ext cx="9326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1627632"/>
            <a:ext cx="1005840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1627632"/>
            <a:ext cx="239572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627632"/>
            <a:ext cx="45720" cy="3291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166420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Profile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41448" y="1700784"/>
            <a:ext cx="182880" cy="18288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16733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30168" y="170078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16733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36008" y="170078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16733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41848" y="1700784"/>
            <a:ext cx="182880" cy="18288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16733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17007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FA3"/>
                </a:solidFill>
              </a:rPr>
              <a:t>Home.js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1993392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1993392"/>
            <a:ext cx="11155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1993392"/>
            <a:ext cx="9326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1993392"/>
            <a:ext cx="9326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57800" y="199339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1993392"/>
            <a:ext cx="23957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1993392"/>
            <a:ext cx="45720" cy="3291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20299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Skills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441448" y="206654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04872" y="20391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30168" y="206654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93592" y="20391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36008" y="2066544"/>
            <a:ext cx="182880" cy="18288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9432" y="20391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–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41848" y="206654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05272" y="20391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206654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FA3"/>
                </a:solidFill>
              </a:rPr>
              <a:t>Home.js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1480" y="2359152"/>
            <a:ext cx="157276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57400" y="2359152"/>
            <a:ext cx="111556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46120" y="2359152"/>
            <a:ext cx="9326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51960" y="2359152"/>
            <a:ext cx="9326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57800" y="2359152"/>
            <a:ext cx="1005840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7648" y="2359152"/>
            <a:ext cx="239572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1480" y="2359152"/>
            <a:ext cx="45720" cy="32918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" y="23957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Experience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441448" y="243230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04872" y="24048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30168" y="243230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93592" y="24048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36008" y="243230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99432" y="24048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641848" y="243230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05272" y="24048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00800" y="243230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3500A"/>
                </a:solidFill>
              </a:rPr>
              <a:t>Home.js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11480" y="2724912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57400" y="2724912"/>
            <a:ext cx="11155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46120" y="2724912"/>
            <a:ext cx="9326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51960" y="2724912"/>
            <a:ext cx="9326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57800" y="272491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27648" y="2724912"/>
            <a:ext cx="23957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1480" y="2724912"/>
            <a:ext cx="45720" cy="32918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2064" y="276148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Achievements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441448" y="279806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04872" y="27706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30168" y="279806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93592" y="27706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36008" y="2798064"/>
            <a:ext cx="182880" cy="18288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99432" y="27706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–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641848" y="279806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05272" y="27706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400800" y="27980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7D52"/>
                </a:solidFill>
              </a:rPr>
              <a:t>Home.js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11480" y="3090672"/>
            <a:ext cx="157276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57400" y="3090672"/>
            <a:ext cx="111556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46120" y="3090672"/>
            <a:ext cx="9326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51960" y="3090672"/>
            <a:ext cx="9326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57800" y="3090672"/>
            <a:ext cx="1005840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27648" y="3090672"/>
            <a:ext cx="239572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1480" y="3090672"/>
            <a:ext cx="45720" cy="3291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2064" y="31272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Internship Proj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441448" y="316382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404872" y="31363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630168" y="316382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593592" y="31363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636008" y="316382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99432" y="31363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641848" y="316382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605272" y="31363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400800" y="316382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FA3"/>
                </a:solidFill>
              </a:rPr>
              <a:t>ProjectDetails.js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11480" y="3456432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057400" y="3456432"/>
            <a:ext cx="11155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246120" y="3456432"/>
            <a:ext cx="9326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51960" y="3456432"/>
            <a:ext cx="9326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57800" y="345643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27648" y="3456432"/>
            <a:ext cx="23957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11480" y="3456432"/>
            <a:ext cx="45720" cy="32918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349300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Training Proj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2441448" y="352958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404872" y="35021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630168" y="352958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593592" y="35021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636008" y="352958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599432" y="35021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641848" y="352958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05272" y="35021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6400800" y="35295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7D52"/>
                </a:solidFill>
              </a:rPr>
              <a:t>ProjectDetails.js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411480" y="3822192"/>
            <a:ext cx="157276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057400" y="3822192"/>
            <a:ext cx="111556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246120" y="3822192"/>
            <a:ext cx="9326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251960" y="3822192"/>
            <a:ext cx="9326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257800" y="3822192"/>
            <a:ext cx="1005840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327648" y="3822192"/>
            <a:ext cx="239572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11480" y="3822192"/>
            <a:ext cx="45720" cy="32918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2064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Hands-on Proj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89534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404872" y="38679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3630168" y="389534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593592" y="38679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4636008" y="389534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99432" y="38679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641848" y="3895344"/>
            <a:ext cx="182880" cy="1828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605272" y="38679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400800" y="389534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3500A"/>
                </a:solidFill>
              </a:rPr>
              <a:t>ProjectDetails.js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411480" y="4224528"/>
            <a:ext cx="8321040" cy="4023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D0B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48640" y="4279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500A"/>
                </a:solidFill>
              </a:rPr>
              <a:t>Pattern:  </a:t>
            </a:r>
            <a:r>
              <a:rPr lang="en-US" sz="900" dirty="0">
                <a:solidFill>
                  <a:srgbClr val="666666"/>
                </a:solidFill>
              </a:rPr>
              <a:t>CREATE → [...prev, item]   |   UPDATE → prev.map(x =&gt; match ? newData : x)   |   DELETE → prev.filter(x =&gt; !match)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347472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2062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82894"/>
            <a:ext cx="9144000" cy="260605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1645920" cy="58521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53312"/>
            <a:ext cx="1645920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Launch 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20317"/>
            <a:ext cx="16459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</a:rPr>
              <a:t>index.js boots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57400" y="1602029"/>
            <a:ext cx="548640" cy="0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33472" y="1298448"/>
            <a:ext cx="1828800" cy="585216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33472" y="1353312"/>
            <a:ext cx="1828800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Login Screen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33472" y="1620317"/>
            <a:ext cx="182880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</a:rPr>
              <a:t>Enter credentials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98848" y="1591056"/>
            <a:ext cx="502920" cy="0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1335024"/>
            <a:ext cx="2011680" cy="512064"/>
          </a:xfrm>
          <a:prstGeom prst="rect">
            <a:avLst/>
          </a:prstGeom>
          <a:solidFill>
            <a:srgbClr val="FFF4EE"/>
          </a:solidFill>
          <a:ln w="19050">
            <a:solidFill>
              <a:srgbClr val="E35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3350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500A"/>
                </a:solidFill>
              </a:rPr>
              <a:t>Valid?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344" y="1664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5C5C"/>
                </a:solidFill>
              </a:rPr>
              <a:t>No → Error shown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77456" y="1591056"/>
            <a:ext cx="457200" cy="0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71232" y="1298448"/>
            <a:ext cx="1188720" cy="58521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1353312"/>
            <a:ext cx="1188720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 Screen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71232" y="1620317"/>
            <a:ext cx="11887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</a:rPr>
              <a:t>replace('Home')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165592" y="1901952"/>
            <a:ext cx="0" cy="402336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74152" y="2267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2558796"/>
            <a:ext cx="3712464" cy="0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2221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304288"/>
            <a:ext cx="1938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304288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</a:rPr>
              <a:t>Edit Profile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</a:rPr>
              <a:t>(Modal)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32888" y="2304288"/>
            <a:ext cx="1938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2304288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</a:rPr>
              <a:t>Edit Skills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</a:rPr>
              <a:t>(Add/Delete)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54296" y="2304288"/>
            <a:ext cx="1938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2304288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</a:rPr>
              <a:t>Edit Experience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</a:rPr>
              <a:t>(Full CRUD)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75704" y="2304288"/>
            <a:ext cx="1938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75704" y="2304288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</a:rPr>
              <a:t>Edit Achievements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</a:rPr>
              <a:t>(Add/Delete)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38728" y="2834640"/>
            <a:ext cx="0" cy="329184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4361688" y="3127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0" y="3163824"/>
            <a:ext cx="4334256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3163824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Side Nav Drawer  →  Home  |  Projects  |  Logout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26080" y="3639312"/>
            <a:ext cx="0" cy="347472"/>
          </a:xfrm>
          <a:prstGeom prst="line">
            <a:avLst/>
          </a:prstGeom>
          <a:noFill/>
          <a:ln w="25400">
            <a:solidFill>
              <a:srgbClr val="E350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59024" y="3931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920240" y="4114800"/>
            <a:ext cx="2011680" cy="51206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920240" y="4169664"/>
            <a:ext cx="201168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Projects Screen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920240" y="4396435"/>
            <a:ext cx="201168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</a:rPr>
              <a:t>Full CRUD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998464" y="3639312"/>
            <a:ext cx="0" cy="347472"/>
          </a:xfrm>
          <a:prstGeom prst="line">
            <a:avLst/>
          </a:prstGeom>
          <a:noFill/>
          <a:ln w="25400">
            <a:solidFill>
              <a:srgbClr val="E05C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37504" y="3931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C5C"/>
                </a:solidFill>
              </a:rPr>
              <a:t>▼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20640" y="4114800"/>
            <a:ext cx="2011680" cy="5120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120640" y="4169664"/>
            <a:ext cx="201168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Logout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20640" y="4396435"/>
            <a:ext cx="201168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</a:rPr>
              <a:t>replace('Login')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11480" y="4224528"/>
            <a:ext cx="1371600" cy="457200"/>
          </a:xfrm>
          <a:prstGeom prst="rect">
            <a:avLst/>
          </a:prstGeom>
          <a:solidFill>
            <a:srgbClr val="FFF4EE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224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00A"/>
                </a:solidFill>
              </a:rPr>
              <a:t>💾 AsyncStorage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3500A"/>
                </a:solidFill>
              </a:rPr>
              <a:t>Auto-save on change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783080" y="4453128"/>
            <a:ext cx="502920" cy="0"/>
          </a:xfrm>
          <a:prstGeom prst="line">
            <a:avLst/>
          </a:prstGeom>
          <a:noFill/>
          <a:ln w="19050">
            <a:solidFill>
              <a:srgbClr val="E350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19072" y="4370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500A"/>
                </a:solidFill>
              </a:rPr>
              <a:t>◀</a:t>
            </a:r>
            <a:endParaRPr lang="en-US" sz="1000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7B0821C-6797-602C-9B63-0A4D81FFBCFB}"/>
              </a:ext>
            </a:extLst>
          </p:cNvPr>
          <p:cNvCxnSpPr>
            <a:stCxn id="33" idx="3"/>
            <a:endCxn id="35" idx="1"/>
          </p:cNvCxnSpPr>
          <p:nvPr/>
        </p:nvCxnSpPr>
        <p:spPr>
          <a:xfrm>
            <a:off x="6592824" y="2560320"/>
            <a:ext cx="1828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347472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2062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Potential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88992"/>
            <a:ext cx="9144000" cy="254508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4206240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" y="1463040"/>
            <a:ext cx="274320" cy="274320"/>
          </a:xfrm>
          <a:prstGeom prst="ellipse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86968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4264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Real Backend Integration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34440" y="170078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Connect to a REST API (Node.js / Firebase) to fetch and push portfolio data dynamically, enabling multi-device sync and real-time updates.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395728"/>
            <a:ext cx="4206240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" y="2560320"/>
            <a:ext cx="274320" cy="274320"/>
          </a:xfrm>
          <a:prstGeom prst="ellipse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86968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52374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Real Authentication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34440" y="279806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Replace the simulated login with Firebase Auth or OAuth — email/password, Google Sign-In, or biometric login for secure access.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493008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493008"/>
            <a:ext cx="4206240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3657600"/>
            <a:ext cx="274320" cy="274320"/>
          </a:xfrm>
          <a:prstGeom prst="ellipse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86968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6210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Photo Upload &amp; Media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34440" y="389534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Add camera/gallery integration using react-native-image-picker to upload a real profile picture and project screenshots.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1298448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298448"/>
            <a:ext cx="4206240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4336" y="1463040"/>
            <a:ext cx="274320" cy="274320"/>
          </a:xfrm>
          <a:prstGeom prst="ellipse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21808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0" y="14264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Multi-Language Support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0" y="170078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Implement i18n localisation so the portfolio can be presented in multiple languages — expanding reach beyond English.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2395728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395728"/>
            <a:ext cx="4206240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74336" y="2560320"/>
            <a:ext cx="274320" cy="274320"/>
          </a:xfrm>
          <a:prstGeom prst="ellipse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21808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🌙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0" y="252374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Dark Mode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279806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Add a theme toggle using React Context and conditional StyleSheet — persisted via AsyncStorage between sessions.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3493008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493008"/>
            <a:ext cx="4206240" cy="548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74336" y="3657600"/>
            <a:ext cx="274320" cy="274320"/>
          </a:xfrm>
          <a:prstGeom prst="ellipse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74336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21808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669280" y="36210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D3D"/>
                </a:solidFill>
              </a:rPr>
              <a:t>Export as PDF / Share Link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0" y="389534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Generate a PDF version of the portfolio or a shareable web link using react-native-share and a hosted serverless function.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</a:rPr>
              <a:t>React Native Mini Project  —  Portfolio App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517136"/>
            <a:ext cx="9144000" cy="626364"/>
          </a:xfrm>
          <a:prstGeom prst="rect">
            <a:avLst/>
          </a:prstGeom>
          <a:solidFill>
            <a:srgbClr val="E3500A"/>
          </a:solidFill>
          <a:ln w="12700">
            <a:solidFill>
              <a:srgbClr val="E35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55371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D0A8"/>
                </a:solidFill>
              </a:rPr>
              <a:t>© 2026 PwC. This presentation has been prepared for the React Native Mini Project Assignment during the PwC Internship Programme.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cR_SlideID>441241fb-4f73-49d2-8e67-2e41887cafcc</DcR_SlideID>
</file>

<file path=customXml/itemProps1.xml><?xml version="1.0" encoding="utf-8"?>
<ds:datastoreItem xmlns:ds="http://schemas.openxmlformats.org/officeDocument/2006/customXml" ds:itemID="{9018E14D-8D1C-4616-B3B7-A9B7996BF1C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864</Words>
  <Application>Microsoft Office PowerPoint</Application>
  <PresentationFormat>On-screen Show (16:9)</PresentationFormat>
  <Paragraphs>213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Portfolio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App – React Native</dc:title>
  <dc:subject>PptxGenJS Presentation</dc:subject>
  <dc:creator>Ayush Satpathy</dc:creator>
  <cp:lastModifiedBy>Ayush Satpathy</cp:lastModifiedBy>
  <cp:revision>3</cp:revision>
  <dcterms:created xsi:type="dcterms:W3CDTF">2026-04-03T08:22:30Z</dcterms:created>
  <dcterms:modified xsi:type="dcterms:W3CDTF">2026-04-03T08:35:58Z</dcterms:modified>
</cp:coreProperties>
</file>