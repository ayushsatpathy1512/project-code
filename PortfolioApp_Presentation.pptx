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548640"/>
            <a:ext cx="2926080" cy="2926080"/>
          </a:xfrm>
          <a:prstGeom prst="ellipse">
            <a:avLst/>
          </a:prstGeom>
          <a:solidFill>
            <a:srgbClr val="2A3580">
              <a:alpha val="70000"/>
            </a:srgbClr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4A3FA0">
              <a:alpha val="60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7C6EC7">
              <a:alpha val="50000"/>
            </a:srgbClr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566928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4A3FA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566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B8A9E8"/>
                </a:solidFill>
              </a:rPr>
              <a:t>REACT NATIVE MINI PROJECT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App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8A9E8"/>
                </a:solidFill>
              </a:rPr>
              <a:t>A Personal Portfolio Mobile Application Built with React Native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Ayush Satpathy</a:t>
            </a:r>
            <a:pPr algn="ctr" indent="0" marL="0">
              <a:buNone/>
            </a:pPr>
            <a:r>
              <a:rPr lang="en-US" sz="1250" dirty="0">
                <a:solidFill>
                  <a:srgbClr val="9B94B8"/>
                </a:solidFill>
              </a:rPr>
              <a:t>   |   </a:t>
            </a:r>
            <a:pPr algn="ctr" indent="0" marL="0">
              <a:buNone/>
            </a:pPr>
            <a:r>
              <a:rPr lang="en-US" sz="1250" dirty="0">
                <a:solidFill>
                  <a:srgbClr val="B8A9E8"/>
                </a:solidFill>
              </a:rPr>
              <a:t>B.Tech CSE · ITER (SOAU)</a:t>
            </a:r>
            <a:pPr algn="ctr" indent="0" marL="0">
              <a:buNone/>
            </a:pPr>
            <a:r>
              <a:rPr lang="en-US" sz="1250" dirty="0">
                <a:solidFill>
                  <a:srgbClr val="9B94B8"/>
                </a:solidFill>
              </a:rPr>
              <a:t>   |   </a:t>
            </a:r>
            <a:pPr algn="ctr" indent="0" marL="0">
              <a:buNone/>
            </a:pPr>
            <a:r>
              <a:rPr lang="en-US" sz="1250" dirty="0">
                <a:solidFill>
                  <a:srgbClr val="5BC8F5"/>
                </a:solidFill>
              </a:rPr>
              <a:t>Internship @ PwC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5478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2A358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478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A9E8"/>
                </a:solidFill>
              </a:rPr>
              <a:t>React Native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30552" y="35478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2A358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35478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A9E8"/>
                </a:solidFill>
              </a:rPr>
              <a:t>JavaScript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9624" y="35478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2A358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35478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A9E8"/>
                </a:solidFill>
              </a:rPr>
              <a:t>React Navigation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68696" y="35478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2A358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8696" y="35478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A9E8"/>
                </a:solidFill>
              </a:rPr>
              <a:t>Android Studio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87768" y="3547872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2A358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7768" y="35478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A9E8"/>
                </a:solidFill>
              </a:rPr>
              <a:t>Azul Zulu JDK 17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E8"/>
                </a:solidFill>
              </a:rPr>
              <a:t>Presented for React Native Mini Project Assignment — PwC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A3C"/>
                </a:solidFill>
              </a:rPr>
              <a:t>What is this app?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4670"/>
                </a:solidFill>
              </a:rPr>
              <a:t>A full-featured Personal Portfolio Mobile App built using React Native. It digitises a resume into an interactive Android experience — with live editing, navigation, and CRUD across all sections.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993392"/>
            <a:ext cx="2651760" cy="1280160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2084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47472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Screens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Login · Home · Projects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993392"/>
            <a:ext cx="2651760" cy="1280160"/>
          </a:xfrm>
          <a:prstGeom prst="rect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084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Requirements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EED8"/>
                </a:solidFill>
              </a:rPr>
              <a:t>All mandatory met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53328" y="1993392"/>
            <a:ext cx="2651760" cy="1280160"/>
          </a:xfrm>
          <a:prstGeom prst="rect">
            <a:avLst/>
          </a:prstGeom>
          <a:solidFill>
            <a:srgbClr val="C98A10"/>
          </a:solidFill>
          <a:ln w="12700">
            <a:solidFill>
              <a:srgbClr val="C98A1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53328" y="2084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53328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CRUD Sections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53328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E0A0"/>
                </a:solidFill>
              </a:rPr>
              <a:t>Full Create · Read · Update · Delete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94B8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79476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4A7FC1">
              <a:alpha val="18000"/>
            </a:srgbClr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7FC1"/>
                </a:solidFill>
              </a:rPr>
              <a:t>React Native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92224" y="379476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C98A10">
              <a:alpha val="18000"/>
            </a:srgbClr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92224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8A10"/>
                </a:solidFill>
              </a:rPr>
              <a:t>JavaScript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36976" y="379476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4A3FA0">
              <a:alpha val="18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FA0"/>
                </a:solidFill>
              </a:rPr>
              <a:t>React Navigation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79476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7C6EC7">
              <a:alpha val="18000"/>
            </a:srgbClr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6EC7"/>
                </a:solidFill>
              </a:rPr>
              <a:t>LinearGradient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9476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E9B6B">
              <a:alpha val="18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9B6B"/>
                </a:solidFill>
              </a:rPr>
              <a:t>Android Studio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71232" y="379476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E05C5C">
              <a:alpha val="18000"/>
            </a:srgbClr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1232" y="3794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5C5C"/>
                </a:solidFill>
              </a:rPr>
              <a:t>VS Code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APP ARCHITECTURE &amp; SCREEN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520440" y="804672"/>
            <a:ext cx="2103120" cy="548640"/>
          </a:xfrm>
          <a:prstGeom prst="rect">
            <a:avLst/>
          </a:prstGeom>
          <a:solidFill>
            <a:srgbClr val="2A3580"/>
          </a:solidFill>
          <a:ln w="19050">
            <a:solidFill>
              <a:srgbClr val="7C6EC7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804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389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B94B8"/>
                </a:solidFill>
              </a:rPr>
              <a:t>AppRegistry.registerComponent()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0" y="1627632"/>
            <a:ext cx="0" cy="256032"/>
          </a:xfrm>
          <a:prstGeom prst="line">
            <a:avLst/>
          </a:prstGeom>
          <a:noFill/>
          <a:ln w="25400">
            <a:solidFill>
              <a:srgbClr val="7C6E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883664"/>
            <a:ext cx="2926080" cy="640080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  <a:effectLst>
            <a:outerShdw sx="100000" sy="100000" kx="0" ky="0" algn="bl" rotWithShape="0" blurRad="177800" dist="63500" dir="8100000">
              <a:srgbClr val="1E1A3C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883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App.tsx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22037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A9E8"/>
                </a:solidFill>
              </a:rPr>
              <a:t>NavigationContainer · Stack.Navigator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2523744"/>
            <a:ext cx="0" cy="365760"/>
          </a:xfrm>
          <a:prstGeom prst="line">
            <a:avLst/>
          </a:prstGeom>
          <a:noFill/>
          <a:ln w="19050">
            <a:solidFill>
              <a:srgbClr val="7C6E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523744"/>
            <a:ext cx="0" cy="365760"/>
          </a:xfrm>
          <a:prstGeom prst="line">
            <a:avLst/>
          </a:prstGeom>
          <a:noFill/>
          <a:ln w="19050">
            <a:solidFill>
              <a:srgbClr val="7C6E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2523744"/>
            <a:ext cx="0" cy="365760"/>
          </a:xfrm>
          <a:prstGeom prst="line">
            <a:avLst/>
          </a:prstGeom>
          <a:noFill/>
          <a:ln w="19050">
            <a:solidFill>
              <a:srgbClr val="7C6E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523744"/>
            <a:ext cx="6309360" cy="0"/>
          </a:xfrm>
          <a:prstGeom prst="line">
            <a:avLst/>
          </a:prstGeom>
          <a:noFill/>
          <a:ln w="19050">
            <a:solidFill>
              <a:srgbClr val="7C6E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9504"/>
            <a:ext cx="2286000" cy="685800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255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name="Login"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2889504"/>
            <a:ext cx="2286000" cy="685800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HomeScreen.js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255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name="Home"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55080" y="2889504"/>
            <a:ext cx="2286000" cy="685800"/>
          </a:xfrm>
          <a:prstGeom prst="rect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ProjectDetails.js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255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name="Project"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36941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7FC1"/>
                </a:solidFill>
              </a:rPr>
              <a:t>navigation.replace('Home')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154680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3FA0"/>
                </a:solidFill>
              </a:rPr>
              <a:t>navigate('Project') / navigate('Home')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35040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E9B6B"/>
                </a:solidFill>
              </a:rPr>
              <a:t>navigation.replace('Login')  [Logout]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4041648"/>
            <a:ext cx="8412480" cy="530352"/>
          </a:xfrm>
          <a:prstGeom prst="rect">
            <a:avLst/>
          </a:prstGeom>
          <a:solidFill>
            <a:srgbClr val="F0EEFF"/>
          </a:solidFill>
          <a:ln w="12700">
            <a:solidFill>
              <a:srgbClr val="D4C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FA0"/>
                </a:solidFill>
              </a:rPr>
              <a:t>File Structure: </a:t>
            </a:r>
            <a:pPr indent="0" marL="0">
              <a:buNone/>
            </a:pPr>
            <a:r>
              <a:rPr lang="en-US" sz="1000" dirty="0">
                <a:solidFill>
                  <a:srgbClr val="4E4670"/>
                </a:solidFill>
              </a:rPr>
              <a:t>src/Screen/Login.js  ·  src/Screen/Home.js  ·  src/Screen/ProjectDetails.js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MANDATORY REQUIREMENTS  ·  #1 – #5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384048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9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Login Screen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Email + password TextInput fields with validation. Shows inline error messages. ActivityIndicator spinner during 1.5s simulated auth. Uses navigation.replace('Home') — prevents back navigation.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4A7FC1"/>
                </a:solidFill>
              </a:rPr>
              <a:t>Login.js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788920" cy="384048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59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27832" y="12435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Core RN Components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27832" y="1572768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View, Text, TextInput, ScrollView, TouchableOpacity, Modal, SafeAreaView, Animated, StatusBar, ActivityIndicator, KeyboardAvoidingView — all used purposefully across all three screens.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27832" y="24871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4A3FA0"/>
                </a:solidFill>
              </a:rPr>
              <a:t>All screens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22960"/>
            <a:ext cx="2788920" cy="384048"/>
          </a:xfrm>
          <a:prstGeom prst="rect">
            <a:avLst/>
          </a:prstGeom>
          <a:solidFill>
            <a:srgbClr val="7C6EC7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859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08192" y="12435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StyleSheet + Flexbox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08192" y="1572768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All styling via StyleSheet.create(). Flexbox drives every layout — flexDirection, alignItems, justifyContent, flex:1, flexWrap used throughout for cards, nav drawer, skill tags, and modals.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08192" y="24871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7C6EC7"/>
                </a:solidFill>
              </a:rPr>
              <a:t>All screens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07792"/>
            <a:ext cx="2788920" cy="384048"/>
          </a:xfrm>
          <a:prstGeom prst="rect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44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332841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List-Based Rendering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7472" y="3657600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skills.map(), experience.map(), achievements.map(), projects.map() — arrays rendered to UI using .map() with unique keys. Data changes instantly re-render the list.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4572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2E9B6B"/>
                </a:solidFill>
              </a:rPr>
              <a:t>Home.js · ProjectDetails.js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54680" y="290779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07792"/>
            <a:ext cx="2788920" cy="384048"/>
          </a:xfrm>
          <a:prstGeom prst="rect">
            <a:avLst/>
          </a:prstGeom>
          <a:solidFill>
            <a:srgbClr val="C98A10"/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2944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27832" y="332841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React Hooks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27832" y="3657600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useState used 15+ times across all screens for profile, skills, experience, achievements, projects, modal states, form drafts, and loading. useRef holds Animated.Value for drawer animations.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27832" y="4572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C98A10"/>
                </a:solidFill>
              </a:rPr>
              <a:t>All screens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MANDATORY REQUIREMENTS  ·  #6 – #10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384048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9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Reusable Components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12+ components: SkillTag, ExpItem, AchItem, Card, EditBtn, SideNavBar (Home) · TechTag, Bullet, ProjectCardItem, CategorySection, ProjectEditModal, SideNavBar (Projects). Each is focused and props-driven.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4A7FC1"/>
                </a:solidFill>
              </a:rPr>
              <a:t>Home.js · ProjectDetails.js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788920" cy="384048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59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27832" y="12435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Props Between Components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27832" y="1572768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Parent→Child data flow throughout. ProjectCardItem receives project, category, onEdit, onDelete as props. SkillTag receives label, dotColor. SideNavBar receives navigation and activeScreen.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27832" y="24871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4A3FA0"/>
                </a:solidFill>
              </a:rPr>
              <a:t>All screens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22960"/>
            <a:ext cx="2788920" cy="384048"/>
          </a:xfrm>
          <a:prstGeom prst="rect">
            <a:avLst/>
          </a:prstGeom>
          <a:solidFill>
            <a:srgbClr val="7C6EC7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859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08192" y="12435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User Interactions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08192" y="1572768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12+ interaction types: text typing, login submit, pencil edit, save/cancel, delete with Alert confirm, add items, nav drawer toggle, backdrop dismiss, expand/collapse cards, logout, navigate screens.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08192" y="24871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7C6EC7"/>
                </a:solidFill>
              </a:rPr>
              <a:t>All screens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07792"/>
            <a:ext cx="2788920" cy="384048"/>
          </a:xfrm>
          <a:prstGeom prst="rect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44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09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332841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Conditional Rendering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7472" y="3657600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7+ instances: loading spinner vs. Login text · error messages only when state has error · 3-dot vs. arrow in nav drawer · highlights section only when expanded · active nav item styling · subtitle only if exists.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4572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2E9B6B"/>
                </a:solidFill>
              </a:rPr>
              <a:t>All screens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54680" y="290779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07792"/>
            <a:ext cx="2788920" cy="384048"/>
          </a:xfrm>
          <a:prstGeom prst="rect">
            <a:avLst/>
          </a:prstGeom>
          <a:solidFill>
            <a:srgbClr val="C98A10"/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2944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REQ 10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27832" y="332841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A3C"/>
                </a:solidFill>
              </a:rPr>
              <a:t>CRUD Operations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27832" y="3657600"/>
            <a:ext cx="2642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4670"/>
                </a:solidFill>
              </a:rPr>
              <a:t>Full CRUD on 4 sections: Profile (Update), Skills (C+R+D), Experience (C+R+U+D), Achievements (C+R+D), Projects (C+R+U+D). All operations use immutable state patterns — .map() for update, .filter() for delete.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27832" y="4572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C98A10"/>
                </a:solidFill>
              </a:rPr>
              <a:t>Home.js · ProjectDetails.js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CRUD OPERATIONS —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A3C"/>
                </a:solidFill>
              </a:rPr>
              <a:t>Home Screen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3FA0"/>
                </a:solidFill>
              </a:rPr>
              <a:t>HomeScreen.js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13716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Create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78608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28416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Update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0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Delete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719072"/>
            <a:ext cx="1371600" cy="347472"/>
          </a:xfrm>
          <a:prstGeom prst="rect">
            <a:avLst/>
          </a:prstGeom>
          <a:solidFill>
            <a:srgbClr val="4A7FC1">
              <a:alpha val="15000"/>
            </a:srgbClr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19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C1"/>
                </a:solidFill>
              </a:rPr>
              <a:t>Profile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1719072"/>
            <a:ext cx="658368" cy="347472"/>
          </a:xfrm>
          <a:prstGeom prst="rect">
            <a:avLst/>
          </a:prstGeom>
          <a:solidFill>
            <a:srgbClr val="F5F4FC"/>
          </a:solidFill>
          <a:ln w="12700">
            <a:solidFill>
              <a:srgbClr val="E8E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78608" y="1719072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28416" y="1719072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78224" y="1719072"/>
            <a:ext cx="658368" cy="347472"/>
          </a:xfrm>
          <a:prstGeom prst="rect">
            <a:avLst/>
          </a:prstGeom>
          <a:solidFill>
            <a:srgbClr val="F5F4FC"/>
          </a:solidFill>
          <a:ln w="12700">
            <a:solidFill>
              <a:srgbClr val="E8E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103120"/>
            <a:ext cx="1371600" cy="347472"/>
          </a:xfrm>
          <a:prstGeom prst="rect">
            <a:avLst/>
          </a:prstGeom>
          <a:solidFill>
            <a:srgbClr val="7C6EC7">
              <a:alpha val="15000"/>
            </a:srgbClr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03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6EC7"/>
                </a:solidFill>
              </a:rPr>
              <a:t>Skills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0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78608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28416" y="2103120"/>
            <a:ext cx="658368" cy="347472"/>
          </a:xfrm>
          <a:prstGeom prst="rect">
            <a:avLst/>
          </a:prstGeom>
          <a:solidFill>
            <a:srgbClr val="F5F4FC"/>
          </a:solidFill>
          <a:ln w="12700">
            <a:solidFill>
              <a:srgbClr val="E8E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78224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78224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487168"/>
            <a:ext cx="1371600" cy="347472"/>
          </a:xfrm>
          <a:prstGeom prst="rect">
            <a:avLst/>
          </a:prstGeom>
          <a:solidFill>
            <a:srgbClr val="2E9B6B">
              <a:alpha val="15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B6B"/>
                </a:solidFill>
              </a:rPr>
              <a:t>Experience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0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78608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8608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28416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078224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78224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2871216"/>
            <a:ext cx="1371600" cy="347472"/>
          </a:xfrm>
          <a:prstGeom prst="rect">
            <a:avLst/>
          </a:prstGeom>
          <a:solidFill>
            <a:srgbClr val="C98A10">
              <a:alpha val="15000"/>
            </a:srgbClr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871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10"/>
                </a:solidFill>
              </a:rPr>
              <a:t>Achievements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0" y="2871216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8712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78608" y="2871216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78608" y="28712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28416" y="2871216"/>
            <a:ext cx="658368" cy="347472"/>
          </a:xfrm>
          <a:prstGeom prst="rect">
            <a:avLst/>
          </a:prstGeom>
          <a:solidFill>
            <a:srgbClr val="F5F4FC"/>
          </a:solidFill>
          <a:ln w="12700">
            <a:solidFill>
              <a:srgbClr val="E8E4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28712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–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078224" y="2871216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78224" y="28712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A3C"/>
                </a:solidFill>
              </a:rPr>
              <a:t>Projects Screen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75488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3FA0"/>
                </a:solidFill>
              </a:rPr>
              <a:t>ProjectDetails.js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1389888"/>
            <a:ext cx="13716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09360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Create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059168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9168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08976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08976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Update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503920" y="1389888"/>
            <a:ext cx="65836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03920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Delete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1719072"/>
            <a:ext cx="1371600" cy="347472"/>
          </a:xfrm>
          <a:prstGeom prst="rect">
            <a:avLst/>
          </a:prstGeom>
          <a:solidFill>
            <a:srgbClr val="4A7FC1">
              <a:alpha val="15000"/>
            </a:srgbClr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1719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C1"/>
                </a:solidFill>
              </a:rPr>
              <a:t>Internship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09360" y="1719072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059168" y="1719072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9168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808976" y="1719072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08976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558784" y="1719072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558784" y="17190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754880" y="2103120"/>
            <a:ext cx="1371600" cy="347472"/>
          </a:xfrm>
          <a:prstGeom prst="rect">
            <a:avLst/>
          </a:prstGeom>
          <a:solidFill>
            <a:srgbClr val="2E9B6B">
              <a:alpha val="15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0" y="2103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B6B"/>
                </a:solidFill>
              </a:rPr>
              <a:t>Training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059168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59168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808976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08976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558784" y="2103120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58784" y="21031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754880" y="2487168"/>
            <a:ext cx="1371600" cy="347472"/>
          </a:xfrm>
          <a:prstGeom prst="rect">
            <a:avLst/>
          </a:prstGeom>
          <a:solidFill>
            <a:srgbClr val="C98A10">
              <a:alpha val="15000"/>
            </a:srgbClr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5488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8A10"/>
                </a:solidFill>
              </a:rPr>
              <a:t>Hands-on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309360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059168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59168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808976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08976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558784" y="2487168"/>
            <a:ext cx="658368" cy="347472"/>
          </a:xfrm>
          <a:prstGeom prst="rect">
            <a:avLst/>
          </a:prstGeom>
          <a:solidFill>
            <a:srgbClr val="2E9B6B">
              <a:alpha val="20000"/>
            </a:srgbClr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558784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B"/>
                </a:solidFill>
              </a:rPr>
              <a:t>✓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74320" y="3474720"/>
            <a:ext cx="8595360" cy="658368"/>
          </a:xfrm>
          <a:prstGeom prst="rect">
            <a:avLst/>
          </a:prstGeom>
          <a:solidFill>
            <a:srgbClr val="F0EEFF"/>
          </a:solidFill>
          <a:ln w="12700">
            <a:solidFill>
              <a:srgbClr val="D4CE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352958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FA0"/>
                </a:solidFill>
              </a:rPr>
              <a:t>Implementation Pattern: </a:t>
            </a:r>
            <a:pPr indent="0" marL="0">
              <a:buNone/>
            </a:pPr>
            <a:r>
              <a:rPr lang="en-US" sz="950" b="1" dirty="0">
                <a:solidFill>
                  <a:srgbClr val="2E9B6B"/>
                </a:solidFill>
              </a:rPr>
              <a:t>CREATE → </a:t>
            </a:r>
            <a:pPr indent="0" marL="0">
              <a:buNone/>
            </a:pPr>
            <a:r>
              <a:rPr lang="en-US" sz="950" dirty="0">
                <a:solidFill>
                  <a:srgbClr val="4E4670"/>
                </a:solidFill>
              </a:rPr>
              <a:t>[...prev, newItem]  |  </a:t>
            </a:r>
            <a:pPr indent="0" marL="0">
              <a:buNone/>
            </a:pPr>
            <a:r>
              <a:rPr lang="en-US" sz="950" b="1" dirty="0">
                <a:solidFill>
                  <a:srgbClr val="C98A10"/>
                </a:solidFill>
              </a:rPr>
              <a:t>UPDATE → </a:t>
            </a:r>
            <a:pPr indent="0" marL="0">
              <a:buNone/>
            </a:pPr>
            <a:r>
              <a:rPr lang="en-US" sz="950" dirty="0">
                <a:solidFill>
                  <a:srgbClr val="4E4670"/>
                </a:solidFill>
              </a:rPr>
              <a:t>prev.map(x =&gt; x.id === id ? newData : x)  |  </a:t>
            </a:r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</a:rPr>
              <a:t>DELETE → </a:t>
            </a:r>
            <a:pPr indent="0" marL="0">
              <a:buNone/>
            </a:pPr>
            <a:r>
              <a:rPr lang="en-US" sz="950" dirty="0">
                <a:solidFill>
                  <a:srgbClr val="4E4670"/>
                </a:solidFill>
              </a:rPr>
              <a:t>prev.filter(x =&gt; x.id !== id)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SCREEN WALKTHROUGH  ·  LOGIN &amp; HOME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34747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25400">
            <a:solidFill>
              <a:srgbClr val="7C6EC7"/>
            </a:solidFill>
            <a:prstDash val="solid"/>
          </a:ln>
          <a:effectLst>
            <a:outerShdw sx="100000" sy="100000" kx="0" ky="0" algn="bl" rotWithShape="0" blurRad="177800" dist="63500" dir="8100000">
              <a:srgbClr val="1E1A3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B8A9E8"/>
                </a:solidFill>
              </a:rPr>
              <a:t>LOGIN SCREEN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A3C"/>
                </a:solidFill>
              </a:rPr>
              <a:t>Welcome Back!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1700784"/>
            <a:ext cx="1408176" cy="201168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E4DF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0078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0B0C0"/>
                </a:solidFill>
              </a:rPr>
              <a:t>✉  example@email.com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621792" y="1956816"/>
            <a:ext cx="1408176" cy="201168"/>
          </a:xfrm>
          <a:prstGeom prst="roundRect">
            <a:avLst>
              <a:gd name="adj" fmla="val 50000"/>
            </a:avLst>
          </a:prstGeom>
          <a:solidFill>
            <a:srgbClr val="F3F4FA"/>
          </a:solidFill>
          <a:ln w="12700">
            <a:solidFill>
              <a:srgbClr val="E4DF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5681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0B0C0"/>
                </a:solidFill>
              </a:rPr>
              <a:t>🔒  ••••••••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621792" y="2231136"/>
            <a:ext cx="1408176" cy="219456"/>
          </a:xfrm>
          <a:prstGeom prst="roundRect">
            <a:avLst>
              <a:gd name="adj" fmla="val 50000"/>
            </a:avLst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3113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1460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A3C"/>
                </a:solidFill>
              </a:rPr>
              <a:t>Login Screen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1188720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1704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Email + Password TextInput fields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1536192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51790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Real-time validation with error messages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14600" y="1883664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8653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ActivityIndicator loading spinner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2231136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2128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navigation.replace('Home') — no 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2578608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560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LinearGradient on Login button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14600" y="2926080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2907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Decorative blob shapes background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14600" y="3273552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2552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KeyboardAvoidingView for Android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822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A3C"/>
                </a:solidFill>
              </a:rPr>
              <a:t>Home Screen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0" y="1188720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11704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Profile hero with avatar initial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1536192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05856" y="15179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✏️ Edit profile (name, role, company, bio)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1883664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05856" y="18653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Skillset card — add/delete with colour picker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2231136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05856" y="2212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Experience — full CRUD with logo colours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2578608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5856" y="2560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Achievements — add/delete entries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0" y="2926080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856" y="29077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Animated side nav drawer (spring physics)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0" y="3273552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05856" y="32552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Home ↔ Projects navigation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0" y="3621024"/>
            <a:ext cx="128016" cy="128016"/>
          </a:xfrm>
          <a:prstGeom prst="ellipse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05856" y="3602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Logout → navigation.replace('Login')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SCREEN WALKTHROUGH  ·  PROJECT DETAILS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A3C"/>
                </a:solidFill>
              </a:rPr>
              <a:t>3 Project Categories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25296"/>
            <a:ext cx="54864" cy="877824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2984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A3C"/>
                </a:solidFill>
              </a:rPr>
              <a:t>Internship Project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572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E4670"/>
                </a:solidFill>
              </a:rPr>
              <a:t>IPO Web App @ Bluestock Fintech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18288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Full CRUD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31136"/>
            <a:ext cx="54864" cy="877824"/>
          </a:xfrm>
          <a:prstGeom prst="rect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A3C"/>
                </a:solidFill>
              </a:rPr>
              <a:t>Training Project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E4670"/>
                </a:solidFill>
              </a:rPr>
              <a:t>Salesforce Recruiting App + Space Station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87168" y="28346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Full CRUD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4023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36976"/>
            <a:ext cx="54864" cy="877824"/>
          </a:xfrm>
          <a:prstGeom prst="rect">
            <a:avLst/>
          </a:prstGeom>
          <a:solidFill>
            <a:srgbClr val="C98A10"/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310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1A3C"/>
                </a:solidFill>
              </a:rPr>
              <a:t>Hands-on Project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3584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E4670"/>
                </a:solidFill>
              </a:rPr>
              <a:t>Weather App + Personal Portfolio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87168" y="384048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 w="12700">
            <a:solidFill>
              <a:srgbClr val="C98A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Full CRUD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A3C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225296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252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57216" y="12618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Edit button per project — opens pre-filled modal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645920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64592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🗑️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57216" y="16824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Delete with Alert confirmation per project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066544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0665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57216" y="2103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Dashed '+ Add' button per category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487168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4871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▾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57216" y="2523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Expandable cards — show/hide Key Highlights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907792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0779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🏷️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57216" y="29443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Tech stack tags colour-coded per category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328416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328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57216" y="3364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Dynamic stats row — total count auto-updates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749040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7490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🗂️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57216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Edit modal: name, subtitle, tech stack, highlights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4169664"/>
            <a:ext cx="329184" cy="310896"/>
          </a:xfrm>
          <a:prstGeom prst="roundRect">
            <a:avLst>
              <a:gd name="adj" fmla="val 23529"/>
            </a:avLst>
          </a:prstGeom>
          <a:solidFill>
            <a:srgbClr val="4A3FA0">
              <a:alpha val="15000"/>
            </a:srgbClr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169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🔁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57216" y="4206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4670"/>
                </a:solidFill>
              </a:rPr>
              <a:t>Same SideNavBar component with Logout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8A9E8"/>
                </a:solidFill>
              </a:rPr>
              <a:t>OPTIONAL ENHANCEMENTS  &amp;  EVALUATION CRITERIA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A3C"/>
                </a:solidFill>
              </a:rPr>
              <a:t>Optional Enhancements Implemented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29584" y="126187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9584" y="12618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12064" y="12801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Navigation Between Screens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" y="1572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React Navigation stack — Login → Home → Project → Logout, slide_from_right animation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217627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7C6EC7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21762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DONE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2064" y="2194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Animations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24871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Animated.spring() on nav drawer + Animated.Text rotate on project card expand arrow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9584" y="309067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9B94B8"/>
          </a:solidFill>
          <a:ln w="12700">
            <a:solidFill>
              <a:srgbClr val="9B94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30906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READY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2064" y="3108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AsyncStorage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" y="3401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Data persists in React state during session. AsyncStorage can be added as next step.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9584" y="400507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9B94B8"/>
          </a:solidFill>
          <a:ln w="12700">
            <a:solidFill>
              <a:srgbClr val="9B94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40050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N/A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12064" y="40233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Public 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" y="43159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Not required for portfolio app — all data is personal. CRUD state covers requirement.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786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A3C"/>
                </a:solidFill>
              </a:rPr>
              <a:t>Evaluation Criteria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1353312"/>
            <a:ext cx="219456" cy="219456"/>
          </a:xfrm>
          <a:prstGeom prst="ellipse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353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38928" y="12618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RN Components &amp; Hooks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1499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15+ useState, useRef, 12+ components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8288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1993392"/>
            <a:ext cx="219456" cy="219456"/>
          </a:xfrm>
          <a:prstGeom prst="ellipse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993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38928" y="19019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Code Structure &amp; Reuse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21396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12+ reusable components with props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246888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28032" y="2633472"/>
            <a:ext cx="219456" cy="219456"/>
          </a:xfrm>
          <a:prstGeom prst="ellipse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38928" y="25420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State &amp; Logic Handling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2779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Immutable patterns, draft states, CRUD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10896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28032" y="3273552"/>
            <a:ext cx="219456" cy="219456"/>
          </a:xfrm>
          <a:prstGeom prst="ellipse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38928" y="31821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UI Clarity &amp; Usability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38928" y="34198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Consistent theme, modals, animations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74904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3913632"/>
            <a:ext cx="219456" cy="219456"/>
          </a:xfrm>
          <a:prstGeom prst="ellipse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913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38928" y="3822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Code Understanding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38928" y="4059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Every component is self-explanatory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43891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F6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28032" y="4553712"/>
            <a:ext cx="219456" cy="219456"/>
          </a:xfrm>
          <a:prstGeom prst="ellipse">
            <a:avLst/>
          </a:prstGeom>
          <a:solidFill>
            <a:srgbClr val="2E9B6B"/>
          </a:solidFill>
          <a:ln w="12700">
            <a:solidFill>
              <a:srgbClr val="2E9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38928" y="4462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C"/>
                </a:solidFill>
              </a:rPr>
              <a:t>Code Cleanliness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38928" y="47000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4670"/>
                </a:solidFill>
              </a:rPr>
              <a:t>Sections commented, consistent naming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4B8"/>
                </a:solidFill>
              </a:rPr>
              <a:t>Ayush Satpathy  ·  React Native Portfolio 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200400"/>
            <a:ext cx="2743200" cy="2743200"/>
          </a:xfrm>
          <a:prstGeom prst="ellipse">
            <a:avLst/>
          </a:prstGeom>
          <a:solidFill>
            <a:srgbClr val="2A3580">
              <a:alpha val="65000"/>
            </a:srgbClr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194560" cy="2194560"/>
          </a:xfrm>
          <a:prstGeom prst="ellipse">
            <a:avLst/>
          </a:prstGeom>
          <a:solidFill>
            <a:srgbClr val="7C6EC7">
              <a:alpha val="55000"/>
            </a:srgbClr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5727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A9E8"/>
                </a:solidFill>
              </a:rPr>
              <a:t>React Native Mini Project — Portfolio 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1572768" cy="1005840"/>
          </a:xfrm>
          <a:prstGeom prst="rect">
            <a:avLst/>
          </a:prstGeom>
          <a:solidFill>
            <a:srgbClr val="4A7FC1">
              <a:alpha val="85000"/>
            </a:srgbClr>
          </a:solidFill>
          <a:ln w="12700">
            <a:solidFill>
              <a:srgbClr val="4A7FC1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2677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A9E8"/>
                </a:solidFill>
              </a:rPr>
              <a:t>Screens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0824" y="2194560"/>
            <a:ext cx="1572768" cy="1005840"/>
          </a:xfrm>
          <a:prstGeom prst="rect">
            <a:avLst/>
          </a:prstGeom>
          <a:solidFill>
            <a:srgbClr val="4A3FA0">
              <a:alpha val="85000"/>
            </a:srgbClr>
          </a:solidFill>
          <a:ln w="12700">
            <a:solidFill>
              <a:srgbClr val="4A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0824" y="22677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20824" y="2743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A9E8"/>
                </a:solidFill>
              </a:rPr>
              <a:t>Requirements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21608" y="2194560"/>
            <a:ext cx="1572768" cy="1005840"/>
          </a:xfrm>
          <a:prstGeom prst="rect">
            <a:avLst/>
          </a:prstGeom>
          <a:solidFill>
            <a:srgbClr val="7C6EC7">
              <a:alpha val="85000"/>
            </a:srgbClr>
          </a:solidFill>
          <a:ln w="12700">
            <a:solidFill>
              <a:srgbClr val="7C6EC7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21608" y="22677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21608" y="2743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A9E8"/>
                </a:solidFill>
              </a:rPr>
              <a:t>useState Hooks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22392" y="2194560"/>
            <a:ext cx="1572768" cy="1005840"/>
          </a:xfrm>
          <a:prstGeom prst="rect">
            <a:avLst/>
          </a:prstGeom>
          <a:solidFill>
            <a:srgbClr val="2E9B6B">
              <a:alpha val="85000"/>
            </a:srgbClr>
          </a:solidFill>
          <a:ln w="12700">
            <a:solidFill>
              <a:srgbClr val="2E9B6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22392" y="22677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22392" y="2743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A9E8"/>
                </a:solidFill>
              </a:rPr>
              <a:t>Components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23176" y="2194560"/>
            <a:ext cx="1572768" cy="1005840"/>
          </a:xfrm>
          <a:prstGeom prst="rect">
            <a:avLst/>
          </a:prstGeom>
          <a:solidFill>
            <a:srgbClr val="C98A10">
              <a:alpha val="85000"/>
            </a:srgbClr>
          </a:solidFill>
          <a:ln w="12700">
            <a:solidFill>
              <a:srgbClr val="C98A1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A3C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3176" y="22677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23176" y="27432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A9E8"/>
                </a:solidFill>
              </a:rPr>
              <a:t>CRUD Sections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0" y="3401568"/>
            <a:ext cx="6400800" cy="804672"/>
          </a:xfrm>
          <a:prstGeom prst="rect">
            <a:avLst/>
          </a:prstGeom>
          <a:solidFill>
            <a:srgbClr val="2A3580"/>
          </a:solidFill>
          <a:ln w="12700">
            <a:solidFill>
              <a:srgbClr val="7C6E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4747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Ayush Satpathy</a:t>
            </a:r>
            <a:pPr algn="ctr" indent="0" marL="0">
              <a:buNone/>
            </a:pPr>
            <a:r>
              <a:rPr lang="en-US" sz="950" dirty="0">
                <a:solidFill>
                  <a:srgbClr val="9B94B8"/>
                </a:solidFill>
              </a:rPr>
              <a:t>   ·   </a:t>
            </a:r>
            <a:pPr algn="ctr" indent="0" marL="0">
              <a:buNone/>
            </a:pPr>
            <a:r>
              <a:rPr lang="en-US" sz="950" dirty="0">
                <a:solidFill>
                  <a:srgbClr val="5BC8F5"/>
                </a:solidFill>
              </a:rPr>
              <a:t>ayushsatpathy2@gmail.com</a:t>
            </a:r>
            <a:pPr algn="ctr" indent="0" marL="0">
              <a:buNone/>
            </a:pPr>
            <a:r>
              <a:rPr lang="en-US" sz="950" dirty="0">
                <a:solidFill>
                  <a:srgbClr val="9B94B8"/>
                </a:solidFill>
              </a:rPr>
              <a:t>   ·   </a:t>
            </a:r>
            <a:pPr algn="ctr" indent="0" marL="0">
              <a:buNone/>
            </a:pPr>
            <a:r>
              <a:rPr lang="en-US" sz="950" dirty="0">
                <a:solidFill>
                  <a:srgbClr val="B8A9E8"/>
                </a:solidFill>
              </a:rPr>
              <a:t>linkedin.com/in/ayush-satpathy-10132a254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63040" y="376732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B94B8"/>
                </a:solidFill>
              </a:rPr>
              <a:t>B.Tech CSE · ITER (SOAU) · Software Engineer Intern @ PwC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60A0"/>
                </a:solidFill>
              </a:rPr>
              <a:t>Built with React Native  ·  Azul Zulu JDK 17  ·  Android Studio  ·  VS Code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App – React Native Mini Project</dc:title>
  <dc:subject>PptxGenJS Presentation</dc:subject>
  <dc:creator>Ayush Satpathy</dc:creator>
  <cp:lastModifiedBy>Ayush Satpathy</cp:lastModifiedBy>
  <cp:revision>1</cp:revision>
  <dcterms:created xsi:type="dcterms:W3CDTF">2026-04-03T04:23:30Z</dcterms:created>
  <dcterms:modified xsi:type="dcterms:W3CDTF">2026-04-03T04:23:30Z</dcterms:modified>
</cp:coreProperties>
</file>